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AI AUTOMATION &amp; TECHNICAL DOCUMENTATION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509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DeepSeek matching engine and a 14-service communications pipeline, designed and built from scratch, running unattended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Automations Expert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· LLM Workflows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DeepSeek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with a written rationale each, through a six-stage funnel. A full run takes 90 to 120 min on Railway and posts Slack status to the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Webhook-triggered automations (CV parse, transcript scoring) plus cron-scheduled reminder sweeps. 2,000+ WhatsApp and email a day; CV parsed in under a minute.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64992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run on Railway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089904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814816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parsed, regex-first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 and cron schedules, with Slack status to the whole team.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where needed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for judgment; regex for parsing, filtering, routing. No wasted tokens.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+ Slack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stage; Slack status to the team at start and finish.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CONFIGURABLE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codebase, many deployments, zero forks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hard-coded per client. Behavior is driven entirely by environment variables, so the same service is deployed many times, each tuned to a different goal, by changing config and redeploying.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engine, Flash or Pro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two deployments: DeepSeek Flash for speed and cost, DeepSeek Pro for tougher roles. A single env var picks the model.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reminder, deployed 3×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53712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WhatsApp reminder service runs three times, each with a different "hours since submission" threshold, for a staggered reminder sequence.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18704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code, new 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93024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points at a different Notion database in the same workspace via env vars. New database, new deploy, no code change.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automation, different database, setting, or timeframe? Redeployed to a new space in about 5 minutes.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developers,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matching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with Slack status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emails (Twilio + Postmark)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parse a CV, regex-first, AI only when needed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that took weeks, now seconds to a couple of hours. Workflow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Cost-aware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on judgment-heavy steps, regex everywhere else. No wasted tokens.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2026-06-08T22:26:34Z</dcterms:created>
  <dcterms:modified xsi:type="dcterms:W3CDTF">2026-06-08T22:26:34Z</dcterms:modified>
</cp:coreProperties>
</file>