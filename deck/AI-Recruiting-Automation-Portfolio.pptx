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AUTOMATION ENGINEERING &amp; TECHNICAL WRITING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LLM matching engine and a 14-service communications pipeline, designed, built, and documented from scratch, running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 Engineer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Systems · End-to-End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fit,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useless,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automated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Matching Engine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FastAPI · ~3,900 LoC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free-text job description into a ranked shortlist with a written rationale per candidate, through a six-stage funnel.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· Express · 14 services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comms &amp; data pipeline: batched email and WhatsApp outreach, transcript ingestion and scoring, and CV parsing, each isolated.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/ run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 hrs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364992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089904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on Railway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15968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weeks→hrs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814816" y="50292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per role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Railway, triggered by webhooks, runs unattended.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call,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target,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re-run,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delays,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control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filters first, candidate caps, TTL cache, minimal LLM spend.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stage, skip reason, debuggable from logs alone.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engineers,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role,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target,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rows scanned per run, unattended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 hrs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Railway, webhook to shortlist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weeks→hrs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 screening per role, collapsed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rationale on every single match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 above. The six-stage workflow that produces it is on the previous slides.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cost-aware, explainable, retried LLM scoring pipeline, not a single API call.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2026-06-08T16:50:54Z</dcterms:created>
  <dcterms:modified xsi:type="dcterms:W3CDTF">2026-06-08T16:50:54Z</dcterms:modified>
</cp:coreProperties>
</file>