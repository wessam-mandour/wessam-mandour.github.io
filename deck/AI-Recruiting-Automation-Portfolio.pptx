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Workflows &amp; APIs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· TWO INDEPENDENT PROJECTS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separate projects, one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Role Matching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01 · Python · FastAPI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project. Ranks candidates through a six-stage funnel, scoring upward of 20,000 per run (20,000+ LLM API calls). 90 to 120 min on Railway, with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02 · Node · Express · 14 svc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project. Webhook automations plus cron reminder sweeps. 2,000+ WhatsApp and email a day; CV parsed in under a minute; a completed interview updates Notion in about 60 seconds.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20,000+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/ run (LLM API)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 and cron schedules,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RELIABILITY &amp; ERROR HANDLING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survives when a third party misbehaves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526280"/>
          </a:xfrm>
          <a:prstGeom prst="roundRect">
            <a:avLst>
              <a:gd name="adj" fmla="val 1616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5257800" cy="6400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3852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01 · Role Matching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432304"/>
            <a:ext cx="461772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over HTTPX: 7 retries, Retry-After aware, 5xx retried, other 4xx fail-fast, 90s timeout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Notion: 10 attempts in a 180s window, longer backoff on 503, invalid cursor = 5-min cooldown + restart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async semaphore (100) + prefetch window; sequential job queue with a 5-min cooldown between jobs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Per-candidate isolation; the run fails only if zero usable scores come back; idempotent re-runs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257800" cy="4526280"/>
          </a:xfrm>
          <a:prstGeom prst="roundRect">
            <a:avLst>
              <a:gd name="adj" fmla="val 1616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1691640"/>
            <a:ext cx="5257800" cy="64008"/>
          </a:xfrm>
          <a:prstGeom prst="rect">
            <a:avLst/>
          </a:prstGeom>
          <a:solidFill>
            <a:srgbClr val="7C9EF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3852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02 · Candidate 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32304"/>
            <a:ext cx="461772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Postmark: hourly + daily send caps (sliding window), 408/429/5xx backoff, 5-min queue cooldown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Hireflix transcript: polls up to 10 min at 60s, writes only when every answer is transcribed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Twilio: cron-driven, five templates, a configurable hours-since threshold, never double-nudges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CV: pdf-parse + regex extraction, DeepSeek only to structure &amp; score; SIGTERM + crash handlers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632764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from the actual codebases, not aspirational.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CONFIGURABLE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codebase, many deployments, zero forks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hard-coded per client. Behavior is driven entirely by environment variables, so the same service is deployed many times, each tuned to a different goal, by changing config and redeploying.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engine, Flash or Pro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two deployments: DeepSeek Flash for speed and cost, DeepSeek Pro for tougher roles. A single env var picks the model.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reminder, deployed 3×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53712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WhatsApp reminder service runs three times, each with a different "hours since submission" threshold, for a staggered reminder sequence.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18704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code, new 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93024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points at a different Notion database in the same workspace via env vars. New database, new deploy, no code change.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automation, different database, setting, or timeframe? Redeployed to a new space in about 5 minutes.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developers,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20,000+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per run, 20k+ LLM API calls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2026-06-21T23:06:09Z</dcterms:created>
  <dcterms:modified xsi:type="dcterms:W3CDTF">2026-06-21T23:06:09Z</dcterms:modified>
</cp:coreProperties>
</file>