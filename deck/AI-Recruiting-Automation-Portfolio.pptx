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· AI AUTOMATION &amp; TECHNICAL DOCUMENTATION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Recruiting</a:t>
            </a:r>
            <a:endParaRPr lang="en-US" sz="5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Automation Platform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886200"/>
            <a:ext cx="9509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DeepSeek matching engine and a 14-service communications pipeline, designed and built from scratch, running unattended in production.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Automations Expert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Senior Technical Writer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498348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9834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 · LLM Workflows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 Mandour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Recruiting top-of-funnel doesn't scale by hand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candidates per role. Multi-channel outreach under provider rate caps. Interview transcripts to score. And a final match a recruiter must actually trust.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applicants per role, most not a fit, manual screening is hours of work.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08076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5508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WhatsApp outreach must respect provider caps and never double-send.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Transcripts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interviews arrive as raw transcripts that need consistent scoring.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08076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5508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match score is useless, a recruiter needs to know WHY a candidate ranked.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systems, one automated funnel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Matching Engine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FastAPI · DeepSeek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0120" y="28529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candidates with a written rationale each, through a six-stage funnel. A full run takes 90 to 120 min on Railway and posts Slack status to the team.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8076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Candidate Flow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40080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· Express · 14 services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28529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Webhook-triggered automations (CV parse, transcript scoring) plus cron-scheduled reminder sweeps. 2,000+ WhatsApp and email a day; CV parsed in under a minute.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0080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scanned / run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64992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4992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90-120 min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64992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run on Railway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89904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9904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2,000+/day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089904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email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814816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14816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&lt;1 min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814816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parsed, regex-first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Railway, triggered by webhooks and cron schedules, with Slack status to the whole team.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Event-driven, with the workspace as source of truth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2286000" cy="1188720"/>
          </a:xfrm>
          <a:prstGeom prst="roundRect">
            <a:avLst>
              <a:gd name="adj" fmla="val 4615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8529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2186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webhook source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40480" y="187452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9842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Flow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23500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services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315468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Engine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36301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 → 6 stages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589520" y="187452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187452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WhatsApp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· transcripts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89520" y="315468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3154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scoring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(DeepSeek)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58400" y="2468880"/>
            <a:ext cx="1554480" cy="1463040"/>
          </a:xfrm>
          <a:prstGeom prst="roundRect">
            <a:avLst>
              <a:gd name="adj" fmla="val 3750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46888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rationale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3017520"/>
            <a:ext cx="1554480" cy="-6858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0" y="3200400"/>
            <a:ext cx="1554480" cy="41148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583680" y="233172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83680" y="361188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509760" y="3200400"/>
            <a:ext cx="5486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783080" y="3931920"/>
            <a:ext cx="0" cy="91440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783080" y="4846320"/>
            <a:ext cx="9052560" cy="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0835640" y="4846320"/>
            <a:ext cx="0" cy="-86868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4114800" y="4864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writes results back → workspace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database to corrupt  ·  failure in one service can't block another  ·  every service stateless &amp; idempotent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DIVE · MATCHING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stages: job description → ranked shortlist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narrows the pool before the next, more expensive stage runs. The LLM only sees candidates worth paying to score.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4592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 extraction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turns free-text job spec into a structured rubric: gates, requirements, keywords.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8076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08660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Keyword reduction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8660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local filter drops no-signal candidates BEFORE any paid LLM call, top cost lever.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 filters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 gates: language, location, minimum screening score.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8076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ordering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8660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by business priority; score the highest-value candidates first.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64592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scoring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4592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 + written rationale each, concurrency-capped, retried, failure-isolated.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08076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0936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08660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Qualify &amp; backfill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8660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qualified first; backfill best below-threshold to hit target, logged.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parts that make it production, not a 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Idempotent re-runs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records skipped on re-run, no double-contact, no duplicate matches.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79392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53712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53712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queue, concurrency cap, write delays, under quota by design.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18704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93024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93024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193024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Graceful degradation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93024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 + JSON hardening; one bad candidate can't sink a 200-candidate run.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Schema-drift defense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props ignored, odd types logged &amp; skipped, eligibility re-checked.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79392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3712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53712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only where needed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53712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for judgment; regex for parsing, filtering, routing. No wasted tokens.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918704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93024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93024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⌗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193024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Observability + Slack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93024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keyed by id, email, stage; Slack status to the team at start and finish.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CONFIGURABLE BY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codebase, many deployments, zero forks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hard-coded per client. Behavior is driven entirely by environment variables, so the same service is deployed many times, each tuned to a different goal, by changing config and redeploying.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43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engine, Flash or Pro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4290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two deployments: DeepSeek Flash for speed and cost, DeepSeek Pro for tougher roles. A single env var picks the model.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79392" y="246888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53712" y="2743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reminder, deployed 3×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53712" y="34290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WhatsApp reminder service runs three times, each with a different "hours since submission" threshold, for a staggered reminder sequence.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18704" y="246888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93024" y="2743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code, new database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93024" y="34290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branch points at a different Notion database in the same workspace via env vars. New database, new deploy, no code change.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need met by configuration, not custom code, so all deployments stay consistent and safe to change.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WRITING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documentation is part of the deliverable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ships an operational handbook. For a system that runs unattended, the docs are the reliability layer.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077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Audience-layered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One-table overview for managers, branch-level depth for developers, same doc.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9593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2976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which log line proves which behavior: debug by grep, not by reading source.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50109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Failure-first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3492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real symptoms to the exact gate that caused them.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35040" y="169164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0A0E14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920240"/>
            <a:ext cx="146304" cy="146304"/>
          </a:xfrm>
          <a:prstGeom prst="ellipse">
            <a:avLst/>
          </a:prstGeom>
          <a:solidFill>
            <a:srgbClr val="E06C75"/>
          </a:solidFill>
          <a:ln/>
        </p:spPr>
      </p:sp>
      <p:sp>
        <p:nvSpPr>
          <p:cNvPr id="16" name="Shape 14"/>
          <p:cNvSpPr/>
          <p:nvPr/>
        </p:nvSpPr>
        <p:spPr>
          <a:xfrm>
            <a:off x="6601968" y="1920240"/>
            <a:ext cx="146304" cy="146304"/>
          </a:xfrm>
          <a:prstGeom prst="ellipse">
            <a:avLst/>
          </a:prstGeom>
          <a:solidFill>
            <a:srgbClr val="E5C07B"/>
          </a:solidFill>
          <a:ln/>
        </p:spPr>
      </p:sp>
      <p:sp>
        <p:nvSpPr>
          <p:cNvPr id="17" name="Shape 15"/>
          <p:cNvSpPr/>
          <p:nvPr/>
        </p:nvSpPr>
        <p:spPr>
          <a:xfrm>
            <a:off x="6894576" y="1920240"/>
            <a:ext cx="146304" cy="146304"/>
          </a:xfrm>
          <a:prstGeom prst="ellipse">
            <a:avLst/>
          </a:prstGeom>
          <a:solidFill>
            <a:srgbClr val="98C379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troubleshooting.md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331720"/>
            <a:ext cx="48920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Troubleshooting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Candidate not considered for a role, check, in order: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Stage-2 keyword overlap
  2. Stage-3 hard filters (language, location, score)
  3. existing scored row (already processed)
  4. duplicate-email de-duplication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Fewer qualified matches than target, expected: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 6 backfills below-threshold by descending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score and logs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0B8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fallback_selected=true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per row.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automation delivers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1284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024128" y="30632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rows scanned per matching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221284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90-120 min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64808" y="30632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on Railway, with Slack status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7880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2,000+/day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024128" y="50292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emails (Twilio + Postmark)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8076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417880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&lt;1 min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464808" y="50292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parse a CV, regex-first, AI only when needed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work that took weeks, now seconds to a couple of hours. Workflow on the previous slides.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THIS DEMONSTRATES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09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automation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05840" y="2148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event-driven services, idempotent, rate-limited, running unattended in production.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852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writing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Audience-layered operational handbooks, failure-first troubleshooting, this case study.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995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Cost-aware AI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on judgment-heavy steps, regex everywhere else. No wasted tokens.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Wessam Mandour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wessam.mandour94@gmail.com   ·   linkedin.com/in/wessam-mandour   ·   github.com/Wessam-Mandour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2026-06-08T17:21:38Z</dcterms:created>
  <dcterms:modified xsi:type="dcterms:W3CDTF">2026-06-08T17:21:38Z</dcterms:modified>
</cp:coreProperties>
</file>